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100" y="2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2F0946-C75F-3A9A-8DF9-B1E40009CAE7}"/>
              </a:ext>
            </a:extLst>
          </p:cNvPr>
          <p:cNvSpPr>
            <a:spLocks noGrp="1"/>
          </p:cNvSpPr>
          <p:nvPr>
            <p:ph type="ctrTitle"/>
          </p:nvPr>
        </p:nvSpPr>
        <p:spPr>
          <a:xfrm>
            <a:off x="1524000" y="1122363"/>
            <a:ext cx="9144000" cy="2387600"/>
          </a:xfrm>
        </p:spPr>
        <p:txBody>
          <a:bodyPr anchor="b"/>
          <a:lstStyle>
            <a:lvl1pPr algn="ctr">
              <a:defRPr sz="6000"/>
            </a:lvl1pPr>
          </a:lstStyle>
          <a:p>
            <a:r>
              <a:rPr lang="uk-UA"/>
              <a:t>Клацніть, щоб редагувати стиль зразка заголовка</a:t>
            </a:r>
            <a:endParaRPr lang="en-GB"/>
          </a:p>
        </p:txBody>
      </p:sp>
      <p:sp>
        <p:nvSpPr>
          <p:cNvPr id="3" name="Підзаголовок 2">
            <a:extLst>
              <a:ext uri="{FF2B5EF4-FFF2-40B4-BE49-F238E27FC236}">
                <a16:creationId xmlns:a16="http://schemas.microsoft.com/office/drawing/2014/main" id="{04678708-5118-29B2-D437-6363521F40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endParaRPr lang="en-GB"/>
          </a:p>
        </p:txBody>
      </p:sp>
      <p:sp>
        <p:nvSpPr>
          <p:cNvPr id="4" name="Місце для дати 3">
            <a:extLst>
              <a:ext uri="{FF2B5EF4-FFF2-40B4-BE49-F238E27FC236}">
                <a16:creationId xmlns:a16="http://schemas.microsoft.com/office/drawing/2014/main" id="{878CCD0D-B7F7-17C6-46FB-2FEE84E6183C}"/>
              </a:ext>
            </a:extLst>
          </p:cNvPr>
          <p:cNvSpPr>
            <a:spLocks noGrp="1"/>
          </p:cNvSpPr>
          <p:nvPr>
            <p:ph type="dt" sz="half" idx="10"/>
          </p:nvPr>
        </p:nvSpPr>
        <p:spPr/>
        <p:txBody>
          <a:bodyPr/>
          <a:lstStyle/>
          <a:p>
            <a:fld id="{E61FF982-B4AA-4C90-9C64-51D136989337}" type="datetimeFigureOut">
              <a:rPr lang="en-GB" smtClean="0"/>
              <a:t>08/12/2025</a:t>
            </a:fld>
            <a:endParaRPr lang="en-GB"/>
          </a:p>
        </p:txBody>
      </p:sp>
      <p:sp>
        <p:nvSpPr>
          <p:cNvPr id="5" name="Місце для нижнього колонтитула 4">
            <a:extLst>
              <a:ext uri="{FF2B5EF4-FFF2-40B4-BE49-F238E27FC236}">
                <a16:creationId xmlns:a16="http://schemas.microsoft.com/office/drawing/2014/main" id="{0129A452-0224-FA46-4E9B-FBE8E57C3157}"/>
              </a:ext>
            </a:extLst>
          </p:cNvPr>
          <p:cNvSpPr>
            <a:spLocks noGrp="1"/>
          </p:cNvSpPr>
          <p:nvPr>
            <p:ph type="ftr" sz="quarter" idx="11"/>
          </p:nvPr>
        </p:nvSpPr>
        <p:spPr/>
        <p:txBody>
          <a:bodyPr/>
          <a:lstStyle/>
          <a:p>
            <a:endParaRPr lang="en-GB"/>
          </a:p>
        </p:txBody>
      </p:sp>
      <p:sp>
        <p:nvSpPr>
          <p:cNvPr id="6" name="Місце для номера слайда 5">
            <a:extLst>
              <a:ext uri="{FF2B5EF4-FFF2-40B4-BE49-F238E27FC236}">
                <a16:creationId xmlns:a16="http://schemas.microsoft.com/office/drawing/2014/main" id="{F15FDB98-FE0C-E695-0A97-1A3BECD97AF7}"/>
              </a:ext>
            </a:extLst>
          </p:cNvPr>
          <p:cNvSpPr>
            <a:spLocks noGrp="1"/>
          </p:cNvSpPr>
          <p:nvPr>
            <p:ph type="sldNum" sz="quarter" idx="12"/>
          </p:nvPr>
        </p:nvSpPr>
        <p:spPr/>
        <p:txBody>
          <a:bodyPr/>
          <a:lstStyle/>
          <a:p>
            <a:fld id="{53C2202E-D838-4F6A-87EF-AFE491193FB6}" type="slidenum">
              <a:rPr lang="en-GB" smtClean="0"/>
              <a:t>‹№›</a:t>
            </a:fld>
            <a:endParaRPr lang="en-GB"/>
          </a:p>
        </p:txBody>
      </p:sp>
    </p:spTree>
    <p:extLst>
      <p:ext uri="{BB962C8B-B14F-4D97-AF65-F5344CB8AC3E}">
        <p14:creationId xmlns:p14="http://schemas.microsoft.com/office/powerpoint/2010/main" val="3426527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96FE560-71BB-7DF9-B30C-C50CEFD63E7E}"/>
              </a:ext>
            </a:extLst>
          </p:cNvPr>
          <p:cNvSpPr>
            <a:spLocks noGrp="1"/>
          </p:cNvSpPr>
          <p:nvPr>
            <p:ph type="title"/>
          </p:nvPr>
        </p:nvSpPr>
        <p:spPr/>
        <p:txBody>
          <a:bodyPr/>
          <a:lstStyle/>
          <a:p>
            <a:r>
              <a:rPr lang="uk-UA"/>
              <a:t>Клацніть, щоб редагувати стиль зразка заголовка</a:t>
            </a:r>
            <a:endParaRPr lang="en-GB"/>
          </a:p>
        </p:txBody>
      </p:sp>
      <p:sp>
        <p:nvSpPr>
          <p:cNvPr id="3" name="Місце для вмісту 2">
            <a:extLst>
              <a:ext uri="{FF2B5EF4-FFF2-40B4-BE49-F238E27FC236}">
                <a16:creationId xmlns:a16="http://schemas.microsoft.com/office/drawing/2014/main" id="{2693332B-5D26-2169-DD3E-70CBA40760B4}"/>
              </a:ext>
            </a:extLst>
          </p:cNvPr>
          <p:cNvSpPr>
            <a:spLocks noGrp="1"/>
          </p:cNvSpPr>
          <p:nvPr>
            <p:ph idx="1"/>
          </p:nvPr>
        </p:nvSpPr>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GB"/>
          </a:p>
        </p:txBody>
      </p:sp>
      <p:sp>
        <p:nvSpPr>
          <p:cNvPr id="4" name="Місце для дати 3">
            <a:extLst>
              <a:ext uri="{FF2B5EF4-FFF2-40B4-BE49-F238E27FC236}">
                <a16:creationId xmlns:a16="http://schemas.microsoft.com/office/drawing/2014/main" id="{E819627A-7B8D-401C-BD28-FFDA96AC3278}"/>
              </a:ext>
            </a:extLst>
          </p:cNvPr>
          <p:cNvSpPr>
            <a:spLocks noGrp="1"/>
          </p:cNvSpPr>
          <p:nvPr>
            <p:ph type="dt" sz="half" idx="10"/>
          </p:nvPr>
        </p:nvSpPr>
        <p:spPr/>
        <p:txBody>
          <a:bodyPr/>
          <a:lstStyle/>
          <a:p>
            <a:fld id="{E61FF982-B4AA-4C90-9C64-51D136989337}" type="datetimeFigureOut">
              <a:rPr lang="en-GB" smtClean="0"/>
              <a:t>08/12/2025</a:t>
            </a:fld>
            <a:endParaRPr lang="en-GB"/>
          </a:p>
        </p:txBody>
      </p:sp>
      <p:sp>
        <p:nvSpPr>
          <p:cNvPr id="5" name="Місце для нижнього колонтитула 4">
            <a:extLst>
              <a:ext uri="{FF2B5EF4-FFF2-40B4-BE49-F238E27FC236}">
                <a16:creationId xmlns:a16="http://schemas.microsoft.com/office/drawing/2014/main" id="{6E951834-FB6F-B08A-454A-C550AD7008A3}"/>
              </a:ext>
            </a:extLst>
          </p:cNvPr>
          <p:cNvSpPr>
            <a:spLocks noGrp="1"/>
          </p:cNvSpPr>
          <p:nvPr>
            <p:ph type="ftr" sz="quarter" idx="11"/>
          </p:nvPr>
        </p:nvSpPr>
        <p:spPr/>
        <p:txBody>
          <a:bodyPr/>
          <a:lstStyle/>
          <a:p>
            <a:endParaRPr lang="en-GB"/>
          </a:p>
        </p:txBody>
      </p:sp>
      <p:sp>
        <p:nvSpPr>
          <p:cNvPr id="6" name="Місце для номера слайда 5">
            <a:extLst>
              <a:ext uri="{FF2B5EF4-FFF2-40B4-BE49-F238E27FC236}">
                <a16:creationId xmlns:a16="http://schemas.microsoft.com/office/drawing/2014/main" id="{CBEC727B-E8AA-C031-2C13-E19931B4EB92}"/>
              </a:ext>
            </a:extLst>
          </p:cNvPr>
          <p:cNvSpPr>
            <a:spLocks noGrp="1"/>
          </p:cNvSpPr>
          <p:nvPr>
            <p:ph type="sldNum" sz="quarter" idx="12"/>
          </p:nvPr>
        </p:nvSpPr>
        <p:spPr/>
        <p:txBody>
          <a:bodyPr/>
          <a:lstStyle/>
          <a:p>
            <a:fld id="{53C2202E-D838-4F6A-87EF-AFE491193FB6}" type="slidenum">
              <a:rPr lang="en-GB" smtClean="0"/>
              <a:t>‹№›</a:t>
            </a:fld>
            <a:endParaRPr lang="en-GB"/>
          </a:p>
        </p:txBody>
      </p:sp>
    </p:spTree>
    <p:extLst>
      <p:ext uri="{BB962C8B-B14F-4D97-AF65-F5344CB8AC3E}">
        <p14:creationId xmlns:p14="http://schemas.microsoft.com/office/powerpoint/2010/main" val="776417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Назва розділу">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1FC552-3E0B-989B-46DF-2C0867F7B71B}"/>
              </a:ext>
            </a:extLst>
          </p:cNvPr>
          <p:cNvSpPr>
            <a:spLocks noGrp="1"/>
          </p:cNvSpPr>
          <p:nvPr>
            <p:ph type="title"/>
          </p:nvPr>
        </p:nvSpPr>
        <p:spPr>
          <a:xfrm>
            <a:off x="831850" y="1709738"/>
            <a:ext cx="10515600" cy="2852737"/>
          </a:xfrm>
        </p:spPr>
        <p:txBody>
          <a:bodyPr anchor="b"/>
          <a:lstStyle>
            <a:lvl1pPr>
              <a:defRPr sz="6000"/>
            </a:lvl1pPr>
          </a:lstStyle>
          <a:p>
            <a:r>
              <a:rPr lang="uk-UA"/>
              <a:t>Клацніть, щоб редагувати стиль зразка заголовка</a:t>
            </a:r>
            <a:endParaRPr lang="en-GB"/>
          </a:p>
        </p:txBody>
      </p:sp>
      <p:sp>
        <p:nvSpPr>
          <p:cNvPr id="3" name="Місце для тексту 2">
            <a:extLst>
              <a:ext uri="{FF2B5EF4-FFF2-40B4-BE49-F238E27FC236}">
                <a16:creationId xmlns:a16="http://schemas.microsoft.com/office/drawing/2014/main" id="{90FB0A0A-DCBA-8839-2EF3-3A89F8B585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uk-UA"/>
              <a:t>Клацніть, щоб відредагувати стилі зразків тексту</a:t>
            </a:r>
          </a:p>
        </p:txBody>
      </p:sp>
      <p:sp>
        <p:nvSpPr>
          <p:cNvPr id="4" name="Місце для дати 3">
            <a:extLst>
              <a:ext uri="{FF2B5EF4-FFF2-40B4-BE49-F238E27FC236}">
                <a16:creationId xmlns:a16="http://schemas.microsoft.com/office/drawing/2014/main" id="{60BD81A6-9880-3315-C39A-76E4DF418862}"/>
              </a:ext>
            </a:extLst>
          </p:cNvPr>
          <p:cNvSpPr>
            <a:spLocks noGrp="1"/>
          </p:cNvSpPr>
          <p:nvPr>
            <p:ph type="dt" sz="half" idx="10"/>
          </p:nvPr>
        </p:nvSpPr>
        <p:spPr/>
        <p:txBody>
          <a:bodyPr/>
          <a:lstStyle/>
          <a:p>
            <a:fld id="{E61FF982-B4AA-4C90-9C64-51D136989337}" type="datetimeFigureOut">
              <a:rPr lang="en-GB" smtClean="0"/>
              <a:t>08/12/2025</a:t>
            </a:fld>
            <a:endParaRPr lang="en-GB"/>
          </a:p>
        </p:txBody>
      </p:sp>
      <p:sp>
        <p:nvSpPr>
          <p:cNvPr id="5" name="Місце для нижнього колонтитула 4">
            <a:extLst>
              <a:ext uri="{FF2B5EF4-FFF2-40B4-BE49-F238E27FC236}">
                <a16:creationId xmlns:a16="http://schemas.microsoft.com/office/drawing/2014/main" id="{842A34BB-5777-30F3-0E8C-DD2C746E71BE}"/>
              </a:ext>
            </a:extLst>
          </p:cNvPr>
          <p:cNvSpPr>
            <a:spLocks noGrp="1"/>
          </p:cNvSpPr>
          <p:nvPr>
            <p:ph type="ftr" sz="quarter" idx="11"/>
          </p:nvPr>
        </p:nvSpPr>
        <p:spPr/>
        <p:txBody>
          <a:bodyPr/>
          <a:lstStyle/>
          <a:p>
            <a:endParaRPr lang="en-GB"/>
          </a:p>
        </p:txBody>
      </p:sp>
      <p:sp>
        <p:nvSpPr>
          <p:cNvPr id="6" name="Місце для номера слайда 5">
            <a:extLst>
              <a:ext uri="{FF2B5EF4-FFF2-40B4-BE49-F238E27FC236}">
                <a16:creationId xmlns:a16="http://schemas.microsoft.com/office/drawing/2014/main" id="{08F97831-AF88-9A0C-CBCE-CC55471A4689}"/>
              </a:ext>
            </a:extLst>
          </p:cNvPr>
          <p:cNvSpPr>
            <a:spLocks noGrp="1"/>
          </p:cNvSpPr>
          <p:nvPr>
            <p:ph type="sldNum" sz="quarter" idx="12"/>
          </p:nvPr>
        </p:nvSpPr>
        <p:spPr/>
        <p:txBody>
          <a:bodyPr/>
          <a:lstStyle/>
          <a:p>
            <a:fld id="{53C2202E-D838-4F6A-87EF-AFE491193FB6}" type="slidenum">
              <a:rPr lang="en-GB" smtClean="0"/>
              <a:t>‹№›</a:t>
            </a:fld>
            <a:endParaRPr lang="en-GB"/>
          </a:p>
        </p:txBody>
      </p:sp>
    </p:spTree>
    <p:extLst>
      <p:ext uri="{BB962C8B-B14F-4D97-AF65-F5344CB8AC3E}">
        <p14:creationId xmlns:p14="http://schemas.microsoft.com/office/powerpoint/2010/main" val="1251645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4C7F76-54FE-DA62-9D07-6EF530E2EB96}"/>
              </a:ext>
            </a:extLst>
          </p:cNvPr>
          <p:cNvSpPr>
            <a:spLocks noGrp="1"/>
          </p:cNvSpPr>
          <p:nvPr>
            <p:ph type="title"/>
          </p:nvPr>
        </p:nvSpPr>
        <p:spPr/>
        <p:txBody>
          <a:bodyPr/>
          <a:lstStyle/>
          <a:p>
            <a:r>
              <a:rPr lang="uk-UA"/>
              <a:t>Клацніть, щоб редагувати стиль зразка заголовка</a:t>
            </a:r>
            <a:endParaRPr lang="en-GB"/>
          </a:p>
        </p:txBody>
      </p:sp>
      <p:sp>
        <p:nvSpPr>
          <p:cNvPr id="3" name="Місце для вмісту 2">
            <a:extLst>
              <a:ext uri="{FF2B5EF4-FFF2-40B4-BE49-F238E27FC236}">
                <a16:creationId xmlns:a16="http://schemas.microsoft.com/office/drawing/2014/main" id="{45913C47-78DB-2A9D-5F21-4D480D562DA1}"/>
              </a:ext>
            </a:extLst>
          </p:cNvPr>
          <p:cNvSpPr>
            <a:spLocks noGrp="1"/>
          </p:cNvSpPr>
          <p:nvPr>
            <p:ph sz="half" idx="1"/>
          </p:nvPr>
        </p:nvSpPr>
        <p:spPr>
          <a:xfrm>
            <a:off x="838200" y="1825625"/>
            <a:ext cx="5181600"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GB"/>
          </a:p>
        </p:txBody>
      </p:sp>
      <p:sp>
        <p:nvSpPr>
          <p:cNvPr id="4" name="Місце для вмісту 3">
            <a:extLst>
              <a:ext uri="{FF2B5EF4-FFF2-40B4-BE49-F238E27FC236}">
                <a16:creationId xmlns:a16="http://schemas.microsoft.com/office/drawing/2014/main" id="{48B8A764-4AFA-D60F-768F-407215A1053A}"/>
              </a:ext>
            </a:extLst>
          </p:cNvPr>
          <p:cNvSpPr>
            <a:spLocks noGrp="1"/>
          </p:cNvSpPr>
          <p:nvPr>
            <p:ph sz="half" idx="2"/>
          </p:nvPr>
        </p:nvSpPr>
        <p:spPr>
          <a:xfrm>
            <a:off x="6172200" y="1825625"/>
            <a:ext cx="5181600"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GB"/>
          </a:p>
        </p:txBody>
      </p:sp>
      <p:sp>
        <p:nvSpPr>
          <p:cNvPr id="5" name="Місце для дати 4">
            <a:extLst>
              <a:ext uri="{FF2B5EF4-FFF2-40B4-BE49-F238E27FC236}">
                <a16:creationId xmlns:a16="http://schemas.microsoft.com/office/drawing/2014/main" id="{4D3849F6-AF77-5DAF-1002-F1B62FC3A589}"/>
              </a:ext>
            </a:extLst>
          </p:cNvPr>
          <p:cNvSpPr>
            <a:spLocks noGrp="1"/>
          </p:cNvSpPr>
          <p:nvPr>
            <p:ph type="dt" sz="half" idx="10"/>
          </p:nvPr>
        </p:nvSpPr>
        <p:spPr/>
        <p:txBody>
          <a:bodyPr/>
          <a:lstStyle/>
          <a:p>
            <a:fld id="{E61FF982-B4AA-4C90-9C64-51D136989337}" type="datetimeFigureOut">
              <a:rPr lang="en-GB" smtClean="0"/>
              <a:t>08/12/2025</a:t>
            </a:fld>
            <a:endParaRPr lang="en-GB"/>
          </a:p>
        </p:txBody>
      </p:sp>
      <p:sp>
        <p:nvSpPr>
          <p:cNvPr id="6" name="Місце для нижнього колонтитула 5">
            <a:extLst>
              <a:ext uri="{FF2B5EF4-FFF2-40B4-BE49-F238E27FC236}">
                <a16:creationId xmlns:a16="http://schemas.microsoft.com/office/drawing/2014/main" id="{126C78A4-8178-C0F9-4BBD-DBF06920E0FC}"/>
              </a:ext>
            </a:extLst>
          </p:cNvPr>
          <p:cNvSpPr>
            <a:spLocks noGrp="1"/>
          </p:cNvSpPr>
          <p:nvPr>
            <p:ph type="ftr" sz="quarter" idx="11"/>
          </p:nvPr>
        </p:nvSpPr>
        <p:spPr/>
        <p:txBody>
          <a:bodyPr/>
          <a:lstStyle/>
          <a:p>
            <a:endParaRPr lang="en-GB"/>
          </a:p>
        </p:txBody>
      </p:sp>
      <p:sp>
        <p:nvSpPr>
          <p:cNvPr id="7" name="Місце для номера слайда 6">
            <a:extLst>
              <a:ext uri="{FF2B5EF4-FFF2-40B4-BE49-F238E27FC236}">
                <a16:creationId xmlns:a16="http://schemas.microsoft.com/office/drawing/2014/main" id="{815A728C-DBC5-7C97-8503-78DF220A41D0}"/>
              </a:ext>
            </a:extLst>
          </p:cNvPr>
          <p:cNvSpPr>
            <a:spLocks noGrp="1"/>
          </p:cNvSpPr>
          <p:nvPr>
            <p:ph type="sldNum" sz="quarter" idx="12"/>
          </p:nvPr>
        </p:nvSpPr>
        <p:spPr/>
        <p:txBody>
          <a:bodyPr/>
          <a:lstStyle/>
          <a:p>
            <a:fld id="{53C2202E-D838-4F6A-87EF-AFE491193FB6}" type="slidenum">
              <a:rPr lang="en-GB" smtClean="0"/>
              <a:t>‹№›</a:t>
            </a:fld>
            <a:endParaRPr lang="en-GB"/>
          </a:p>
        </p:txBody>
      </p:sp>
    </p:spTree>
    <p:extLst>
      <p:ext uri="{BB962C8B-B14F-4D97-AF65-F5344CB8AC3E}">
        <p14:creationId xmlns:p14="http://schemas.microsoft.com/office/powerpoint/2010/main" val="2283514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CC23B8-2406-8113-892E-DCF065565DE8}"/>
              </a:ext>
            </a:extLst>
          </p:cNvPr>
          <p:cNvSpPr>
            <a:spLocks noGrp="1"/>
          </p:cNvSpPr>
          <p:nvPr>
            <p:ph type="title"/>
          </p:nvPr>
        </p:nvSpPr>
        <p:spPr>
          <a:xfrm>
            <a:off x="839788" y="365125"/>
            <a:ext cx="10515600" cy="1325563"/>
          </a:xfrm>
        </p:spPr>
        <p:txBody>
          <a:bodyPr/>
          <a:lstStyle/>
          <a:p>
            <a:r>
              <a:rPr lang="uk-UA"/>
              <a:t>Клацніть, щоб редагувати стиль зразка заголовка</a:t>
            </a:r>
            <a:endParaRPr lang="en-GB"/>
          </a:p>
        </p:txBody>
      </p:sp>
      <p:sp>
        <p:nvSpPr>
          <p:cNvPr id="3" name="Місце для тексту 2">
            <a:extLst>
              <a:ext uri="{FF2B5EF4-FFF2-40B4-BE49-F238E27FC236}">
                <a16:creationId xmlns:a16="http://schemas.microsoft.com/office/drawing/2014/main" id="{F876534C-E94C-6AFD-0EE1-F1FE9107B5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Місце для вмісту 3">
            <a:extLst>
              <a:ext uri="{FF2B5EF4-FFF2-40B4-BE49-F238E27FC236}">
                <a16:creationId xmlns:a16="http://schemas.microsoft.com/office/drawing/2014/main" id="{E0CE7329-C437-E243-E657-0B0AC0668EE5}"/>
              </a:ext>
            </a:extLst>
          </p:cNvPr>
          <p:cNvSpPr>
            <a:spLocks noGrp="1"/>
          </p:cNvSpPr>
          <p:nvPr>
            <p:ph sz="half" idx="2"/>
          </p:nvPr>
        </p:nvSpPr>
        <p:spPr>
          <a:xfrm>
            <a:off x="839788" y="2505075"/>
            <a:ext cx="5157787"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GB"/>
          </a:p>
        </p:txBody>
      </p:sp>
      <p:sp>
        <p:nvSpPr>
          <p:cNvPr id="5" name="Місце для тексту 4">
            <a:extLst>
              <a:ext uri="{FF2B5EF4-FFF2-40B4-BE49-F238E27FC236}">
                <a16:creationId xmlns:a16="http://schemas.microsoft.com/office/drawing/2014/main" id="{27B26537-5429-F4A9-6EEE-F5EAA73BCE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6" name="Місце для вмісту 5">
            <a:extLst>
              <a:ext uri="{FF2B5EF4-FFF2-40B4-BE49-F238E27FC236}">
                <a16:creationId xmlns:a16="http://schemas.microsoft.com/office/drawing/2014/main" id="{309A8F4B-30AA-DD33-6B2A-AA94872B5B84}"/>
              </a:ext>
            </a:extLst>
          </p:cNvPr>
          <p:cNvSpPr>
            <a:spLocks noGrp="1"/>
          </p:cNvSpPr>
          <p:nvPr>
            <p:ph sz="quarter" idx="4"/>
          </p:nvPr>
        </p:nvSpPr>
        <p:spPr>
          <a:xfrm>
            <a:off x="6172200" y="2505075"/>
            <a:ext cx="5183188"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GB"/>
          </a:p>
        </p:txBody>
      </p:sp>
      <p:sp>
        <p:nvSpPr>
          <p:cNvPr id="7" name="Місце для дати 6">
            <a:extLst>
              <a:ext uri="{FF2B5EF4-FFF2-40B4-BE49-F238E27FC236}">
                <a16:creationId xmlns:a16="http://schemas.microsoft.com/office/drawing/2014/main" id="{24C1AB1B-94D6-23F3-9E6A-9106FAD40503}"/>
              </a:ext>
            </a:extLst>
          </p:cNvPr>
          <p:cNvSpPr>
            <a:spLocks noGrp="1"/>
          </p:cNvSpPr>
          <p:nvPr>
            <p:ph type="dt" sz="half" idx="10"/>
          </p:nvPr>
        </p:nvSpPr>
        <p:spPr/>
        <p:txBody>
          <a:bodyPr/>
          <a:lstStyle/>
          <a:p>
            <a:fld id="{E61FF982-B4AA-4C90-9C64-51D136989337}" type="datetimeFigureOut">
              <a:rPr lang="en-GB" smtClean="0"/>
              <a:t>08/12/2025</a:t>
            </a:fld>
            <a:endParaRPr lang="en-GB"/>
          </a:p>
        </p:txBody>
      </p:sp>
      <p:sp>
        <p:nvSpPr>
          <p:cNvPr id="8" name="Місце для нижнього колонтитула 7">
            <a:extLst>
              <a:ext uri="{FF2B5EF4-FFF2-40B4-BE49-F238E27FC236}">
                <a16:creationId xmlns:a16="http://schemas.microsoft.com/office/drawing/2014/main" id="{DD47CDB0-6576-E045-23EC-895A11055E34}"/>
              </a:ext>
            </a:extLst>
          </p:cNvPr>
          <p:cNvSpPr>
            <a:spLocks noGrp="1"/>
          </p:cNvSpPr>
          <p:nvPr>
            <p:ph type="ftr" sz="quarter" idx="11"/>
          </p:nvPr>
        </p:nvSpPr>
        <p:spPr/>
        <p:txBody>
          <a:bodyPr/>
          <a:lstStyle/>
          <a:p>
            <a:endParaRPr lang="en-GB"/>
          </a:p>
        </p:txBody>
      </p:sp>
      <p:sp>
        <p:nvSpPr>
          <p:cNvPr id="9" name="Місце для номера слайда 8">
            <a:extLst>
              <a:ext uri="{FF2B5EF4-FFF2-40B4-BE49-F238E27FC236}">
                <a16:creationId xmlns:a16="http://schemas.microsoft.com/office/drawing/2014/main" id="{16D68E8D-D963-A274-2AB4-203F6FCCBE7B}"/>
              </a:ext>
            </a:extLst>
          </p:cNvPr>
          <p:cNvSpPr>
            <a:spLocks noGrp="1"/>
          </p:cNvSpPr>
          <p:nvPr>
            <p:ph type="sldNum" sz="quarter" idx="12"/>
          </p:nvPr>
        </p:nvSpPr>
        <p:spPr/>
        <p:txBody>
          <a:bodyPr/>
          <a:lstStyle/>
          <a:p>
            <a:fld id="{53C2202E-D838-4F6A-87EF-AFE491193FB6}" type="slidenum">
              <a:rPr lang="en-GB" smtClean="0"/>
              <a:t>‹№›</a:t>
            </a:fld>
            <a:endParaRPr lang="en-GB"/>
          </a:p>
        </p:txBody>
      </p:sp>
    </p:spTree>
    <p:extLst>
      <p:ext uri="{BB962C8B-B14F-4D97-AF65-F5344CB8AC3E}">
        <p14:creationId xmlns:p14="http://schemas.microsoft.com/office/powerpoint/2010/main" val="2059310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D20101-7A84-10D3-263A-1C4883EE20F2}"/>
              </a:ext>
            </a:extLst>
          </p:cNvPr>
          <p:cNvSpPr>
            <a:spLocks noGrp="1"/>
          </p:cNvSpPr>
          <p:nvPr>
            <p:ph type="title"/>
          </p:nvPr>
        </p:nvSpPr>
        <p:spPr/>
        <p:txBody>
          <a:bodyPr/>
          <a:lstStyle/>
          <a:p>
            <a:r>
              <a:rPr lang="uk-UA"/>
              <a:t>Клацніть, щоб редагувати стиль зразка заголовка</a:t>
            </a:r>
            <a:endParaRPr lang="en-GB"/>
          </a:p>
        </p:txBody>
      </p:sp>
      <p:sp>
        <p:nvSpPr>
          <p:cNvPr id="3" name="Місце для дати 2">
            <a:extLst>
              <a:ext uri="{FF2B5EF4-FFF2-40B4-BE49-F238E27FC236}">
                <a16:creationId xmlns:a16="http://schemas.microsoft.com/office/drawing/2014/main" id="{E7F01382-34FB-E02C-2D3F-08C8D106D93A}"/>
              </a:ext>
            </a:extLst>
          </p:cNvPr>
          <p:cNvSpPr>
            <a:spLocks noGrp="1"/>
          </p:cNvSpPr>
          <p:nvPr>
            <p:ph type="dt" sz="half" idx="10"/>
          </p:nvPr>
        </p:nvSpPr>
        <p:spPr/>
        <p:txBody>
          <a:bodyPr/>
          <a:lstStyle/>
          <a:p>
            <a:fld id="{E61FF982-B4AA-4C90-9C64-51D136989337}" type="datetimeFigureOut">
              <a:rPr lang="en-GB" smtClean="0"/>
              <a:t>08/12/2025</a:t>
            </a:fld>
            <a:endParaRPr lang="en-GB"/>
          </a:p>
        </p:txBody>
      </p:sp>
      <p:sp>
        <p:nvSpPr>
          <p:cNvPr id="4" name="Місце для нижнього колонтитула 3">
            <a:extLst>
              <a:ext uri="{FF2B5EF4-FFF2-40B4-BE49-F238E27FC236}">
                <a16:creationId xmlns:a16="http://schemas.microsoft.com/office/drawing/2014/main" id="{A2CC1CBE-21EE-3453-0E82-A4CAEEBDAAF8}"/>
              </a:ext>
            </a:extLst>
          </p:cNvPr>
          <p:cNvSpPr>
            <a:spLocks noGrp="1"/>
          </p:cNvSpPr>
          <p:nvPr>
            <p:ph type="ftr" sz="quarter" idx="11"/>
          </p:nvPr>
        </p:nvSpPr>
        <p:spPr/>
        <p:txBody>
          <a:bodyPr/>
          <a:lstStyle/>
          <a:p>
            <a:endParaRPr lang="en-GB"/>
          </a:p>
        </p:txBody>
      </p:sp>
      <p:sp>
        <p:nvSpPr>
          <p:cNvPr id="5" name="Місце для номера слайда 4">
            <a:extLst>
              <a:ext uri="{FF2B5EF4-FFF2-40B4-BE49-F238E27FC236}">
                <a16:creationId xmlns:a16="http://schemas.microsoft.com/office/drawing/2014/main" id="{465D02C1-25C0-6F32-C496-A48E53C32C58}"/>
              </a:ext>
            </a:extLst>
          </p:cNvPr>
          <p:cNvSpPr>
            <a:spLocks noGrp="1"/>
          </p:cNvSpPr>
          <p:nvPr>
            <p:ph type="sldNum" sz="quarter" idx="12"/>
          </p:nvPr>
        </p:nvSpPr>
        <p:spPr/>
        <p:txBody>
          <a:bodyPr/>
          <a:lstStyle/>
          <a:p>
            <a:fld id="{53C2202E-D838-4F6A-87EF-AFE491193FB6}" type="slidenum">
              <a:rPr lang="en-GB" smtClean="0"/>
              <a:t>‹№›</a:t>
            </a:fld>
            <a:endParaRPr lang="en-GB"/>
          </a:p>
        </p:txBody>
      </p:sp>
    </p:spTree>
    <p:extLst>
      <p:ext uri="{BB962C8B-B14F-4D97-AF65-F5344CB8AC3E}">
        <p14:creationId xmlns:p14="http://schemas.microsoft.com/office/powerpoint/2010/main" val="771258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Місце для дати 1">
            <a:extLst>
              <a:ext uri="{FF2B5EF4-FFF2-40B4-BE49-F238E27FC236}">
                <a16:creationId xmlns:a16="http://schemas.microsoft.com/office/drawing/2014/main" id="{20521D13-DA3E-543E-2DC3-4F81980C1A30}"/>
              </a:ext>
            </a:extLst>
          </p:cNvPr>
          <p:cNvSpPr>
            <a:spLocks noGrp="1"/>
          </p:cNvSpPr>
          <p:nvPr>
            <p:ph type="dt" sz="half" idx="10"/>
          </p:nvPr>
        </p:nvSpPr>
        <p:spPr/>
        <p:txBody>
          <a:bodyPr/>
          <a:lstStyle/>
          <a:p>
            <a:fld id="{E61FF982-B4AA-4C90-9C64-51D136989337}" type="datetimeFigureOut">
              <a:rPr lang="en-GB" smtClean="0"/>
              <a:t>08/12/2025</a:t>
            </a:fld>
            <a:endParaRPr lang="en-GB"/>
          </a:p>
        </p:txBody>
      </p:sp>
      <p:sp>
        <p:nvSpPr>
          <p:cNvPr id="3" name="Місце для нижнього колонтитула 2">
            <a:extLst>
              <a:ext uri="{FF2B5EF4-FFF2-40B4-BE49-F238E27FC236}">
                <a16:creationId xmlns:a16="http://schemas.microsoft.com/office/drawing/2014/main" id="{B7FDE563-BA28-88AA-5E08-B04583C80590}"/>
              </a:ext>
            </a:extLst>
          </p:cNvPr>
          <p:cNvSpPr>
            <a:spLocks noGrp="1"/>
          </p:cNvSpPr>
          <p:nvPr>
            <p:ph type="ftr" sz="quarter" idx="11"/>
          </p:nvPr>
        </p:nvSpPr>
        <p:spPr/>
        <p:txBody>
          <a:bodyPr/>
          <a:lstStyle/>
          <a:p>
            <a:endParaRPr lang="en-GB"/>
          </a:p>
        </p:txBody>
      </p:sp>
      <p:sp>
        <p:nvSpPr>
          <p:cNvPr id="4" name="Місце для номера слайда 3">
            <a:extLst>
              <a:ext uri="{FF2B5EF4-FFF2-40B4-BE49-F238E27FC236}">
                <a16:creationId xmlns:a16="http://schemas.microsoft.com/office/drawing/2014/main" id="{E4481635-F83B-91B9-9EE8-763EBF0EF8DD}"/>
              </a:ext>
            </a:extLst>
          </p:cNvPr>
          <p:cNvSpPr>
            <a:spLocks noGrp="1"/>
          </p:cNvSpPr>
          <p:nvPr>
            <p:ph type="sldNum" sz="quarter" idx="12"/>
          </p:nvPr>
        </p:nvSpPr>
        <p:spPr/>
        <p:txBody>
          <a:bodyPr/>
          <a:lstStyle/>
          <a:p>
            <a:fld id="{53C2202E-D838-4F6A-87EF-AFE491193FB6}" type="slidenum">
              <a:rPr lang="en-GB" smtClean="0"/>
              <a:t>‹№›</a:t>
            </a:fld>
            <a:endParaRPr lang="en-GB"/>
          </a:p>
        </p:txBody>
      </p:sp>
    </p:spTree>
    <p:extLst>
      <p:ext uri="{BB962C8B-B14F-4D97-AF65-F5344CB8AC3E}">
        <p14:creationId xmlns:p14="http://schemas.microsoft.com/office/powerpoint/2010/main" val="2951857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B10EA26-2F3A-E3D3-0C28-95175A654E69}"/>
              </a:ext>
            </a:extLst>
          </p:cNvPr>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endParaRPr lang="en-GB"/>
          </a:p>
        </p:txBody>
      </p:sp>
      <p:sp>
        <p:nvSpPr>
          <p:cNvPr id="3" name="Місце для вмісту 2">
            <a:extLst>
              <a:ext uri="{FF2B5EF4-FFF2-40B4-BE49-F238E27FC236}">
                <a16:creationId xmlns:a16="http://schemas.microsoft.com/office/drawing/2014/main" id="{CDB00578-6E3A-A1D5-3180-0113503F31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GB"/>
          </a:p>
        </p:txBody>
      </p:sp>
      <p:sp>
        <p:nvSpPr>
          <p:cNvPr id="4" name="Місце для тексту 3">
            <a:extLst>
              <a:ext uri="{FF2B5EF4-FFF2-40B4-BE49-F238E27FC236}">
                <a16:creationId xmlns:a16="http://schemas.microsoft.com/office/drawing/2014/main" id="{EBFB051F-4BF3-1DD3-1B08-A66455DFCC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Місце для дати 4">
            <a:extLst>
              <a:ext uri="{FF2B5EF4-FFF2-40B4-BE49-F238E27FC236}">
                <a16:creationId xmlns:a16="http://schemas.microsoft.com/office/drawing/2014/main" id="{CFE61A3B-3456-97E0-70D6-2038E2A130E3}"/>
              </a:ext>
            </a:extLst>
          </p:cNvPr>
          <p:cNvSpPr>
            <a:spLocks noGrp="1"/>
          </p:cNvSpPr>
          <p:nvPr>
            <p:ph type="dt" sz="half" idx="10"/>
          </p:nvPr>
        </p:nvSpPr>
        <p:spPr/>
        <p:txBody>
          <a:bodyPr/>
          <a:lstStyle/>
          <a:p>
            <a:fld id="{E61FF982-B4AA-4C90-9C64-51D136989337}" type="datetimeFigureOut">
              <a:rPr lang="en-GB" smtClean="0"/>
              <a:t>08/12/2025</a:t>
            </a:fld>
            <a:endParaRPr lang="en-GB"/>
          </a:p>
        </p:txBody>
      </p:sp>
      <p:sp>
        <p:nvSpPr>
          <p:cNvPr id="6" name="Місце для нижнього колонтитула 5">
            <a:extLst>
              <a:ext uri="{FF2B5EF4-FFF2-40B4-BE49-F238E27FC236}">
                <a16:creationId xmlns:a16="http://schemas.microsoft.com/office/drawing/2014/main" id="{923BD4B9-1C8A-E046-E88A-EE9C6D0D2AB2}"/>
              </a:ext>
            </a:extLst>
          </p:cNvPr>
          <p:cNvSpPr>
            <a:spLocks noGrp="1"/>
          </p:cNvSpPr>
          <p:nvPr>
            <p:ph type="ftr" sz="quarter" idx="11"/>
          </p:nvPr>
        </p:nvSpPr>
        <p:spPr/>
        <p:txBody>
          <a:bodyPr/>
          <a:lstStyle/>
          <a:p>
            <a:endParaRPr lang="en-GB"/>
          </a:p>
        </p:txBody>
      </p:sp>
      <p:sp>
        <p:nvSpPr>
          <p:cNvPr id="7" name="Місце для номера слайда 6">
            <a:extLst>
              <a:ext uri="{FF2B5EF4-FFF2-40B4-BE49-F238E27FC236}">
                <a16:creationId xmlns:a16="http://schemas.microsoft.com/office/drawing/2014/main" id="{9ADB1C21-DEA1-A2EF-3287-44DAFBF613E8}"/>
              </a:ext>
            </a:extLst>
          </p:cNvPr>
          <p:cNvSpPr>
            <a:spLocks noGrp="1"/>
          </p:cNvSpPr>
          <p:nvPr>
            <p:ph type="sldNum" sz="quarter" idx="12"/>
          </p:nvPr>
        </p:nvSpPr>
        <p:spPr/>
        <p:txBody>
          <a:bodyPr/>
          <a:lstStyle/>
          <a:p>
            <a:fld id="{53C2202E-D838-4F6A-87EF-AFE491193FB6}" type="slidenum">
              <a:rPr lang="en-GB" smtClean="0"/>
              <a:t>‹№›</a:t>
            </a:fld>
            <a:endParaRPr lang="en-GB"/>
          </a:p>
        </p:txBody>
      </p:sp>
    </p:spTree>
    <p:extLst>
      <p:ext uri="{BB962C8B-B14F-4D97-AF65-F5344CB8AC3E}">
        <p14:creationId xmlns:p14="http://schemas.microsoft.com/office/powerpoint/2010/main" val="3082802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E746688-6B6C-74B3-3E37-DDDC9D96268A}"/>
              </a:ext>
            </a:extLst>
          </p:cNvPr>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endParaRPr lang="en-GB"/>
          </a:p>
        </p:txBody>
      </p:sp>
      <p:sp>
        <p:nvSpPr>
          <p:cNvPr id="3" name="Місце для зображення 2">
            <a:extLst>
              <a:ext uri="{FF2B5EF4-FFF2-40B4-BE49-F238E27FC236}">
                <a16:creationId xmlns:a16="http://schemas.microsoft.com/office/drawing/2014/main" id="{3E8E5B4E-535B-80BB-54D9-B4058A2EB8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Місце для тексту 3">
            <a:extLst>
              <a:ext uri="{FF2B5EF4-FFF2-40B4-BE49-F238E27FC236}">
                <a16:creationId xmlns:a16="http://schemas.microsoft.com/office/drawing/2014/main" id="{5F6F042E-1260-3912-3864-4F20925115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Місце для дати 4">
            <a:extLst>
              <a:ext uri="{FF2B5EF4-FFF2-40B4-BE49-F238E27FC236}">
                <a16:creationId xmlns:a16="http://schemas.microsoft.com/office/drawing/2014/main" id="{9BCEF45E-61C4-EEA4-2828-2497787B6DA9}"/>
              </a:ext>
            </a:extLst>
          </p:cNvPr>
          <p:cNvSpPr>
            <a:spLocks noGrp="1"/>
          </p:cNvSpPr>
          <p:nvPr>
            <p:ph type="dt" sz="half" idx="10"/>
          </p:nvPr>
        </p:nvSpPr>
        <p:spPr/>
        <p:txBody>
          <a:bodyPr/>
          <a:lstStyle/>
          <a:p>
            <a:fld id="{E61FF982-B4AA-4C90-9C64-51D136989337}" type="datetimeFigureOut">
              <a:rPr lang="en-GB" smtClean="0"/>
              <a:t>08/12/2025</a:t>
            </a:fld>
            <a:endParaRPr lang="en-GB"/>
          </a:p>
        </p:txBody>
      </p:sp>
      <p:sp>
        <p:nvSpPr>
          <p:cNvPr id="6" name="Місце для нижнього колонтитула 5">
            <a:extLst>
              <a:ext uri="{FF2B5EF4-FFF2-40B4-BE49-F238E27FC236}">
                <a16:creationId xmlns:a16="http://schemas.microsoft.com/office/drawing/2014/main" id="{A439F4F5-8190-37D0-B2D2-E26657E413D6}"/>
              </a:ext>
            </a:extLst>
          </p:cNvPr>
          <p:cNvSpPr>
            <a:spLocks noGrp="1"/>
          </p:cNvSpPr>
          <p:nvPr>
            <p:ph type="ftr" sz="quarter" idx="11"/>
          </p:nvPr>
        </p:nvSpPr>
        <p:spPr/>
        <p:txBody>
          <a:bodyPr/>
          <a:lstStyle/>
          <a:p>
            <a:endParaRPr lang="en-GB"/>
          </a:p>
        </p:txBody>
      </p:sp>
      <p:sp>
        <p:nvSpPr>
          <p:cNvPr id="7" name="Місце для номера слайда 6">
            <a:extLst>
              <a:ext uri="{FF2B5EF4-FFF2-40B4-BE49-F238E27FC236}">
                <a16:creationId xmlns:a16="http://schemas.microsoft.com/office/drawing/2014/main" id="{645EF8E9-6120-EF8F-506F-FEA64DE590C1}"/>
              </a:ext>
            </a:extLst>
          </p:cNvPr>
          <p:cNvSpPr>
            <a:spLocks noGrp="1"/>
          </p:cNvSpPr>
          <p:nvPr>
            <p:ph type="sldNum" sz="quarter" idx="12"/>
          </p:nvPr>
        </p:nvSpPr>
        <p:spPr/>
        <p:txBody>
          <a:bodyPr/>
          <a:lstStyle/>
          <a:p>
            <a:fld id="{53C2202E-D838-4F6A-87EF-AFE491193FB6}" type="slidenum">
              <a:rPr lang="en-GB" smtClean="0"/>
              <a:t>‹№›</a:t>
            </a:fld>
            <a:endParaRPr lang="en-GB"/>
          </a:p>
        </p:txBody>
      </p:sp>
    </p:spTree>
    <p:extLst>
      <p:ext uri="{BB962C8B-B14F-4D97-AF65-F5344CB8AC3E}">
        <p14:creationId xmlns:p14="http://schemas.microsoft.com/office/powerpoint/2010/main" val="41110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CA0C4B-09AF-35B7-2722-18FF74CF2137}"/>
              </a:ext>
            </a:extLst>
          </p:cNvPr>
          <p:cNvSpPr>
            <a:spLocks noGrp="1"/>
          </p:cNvSpPr>
          <p:nvPr>
            <p:ph type="title"/>
          </p:nvPr>
        </p:nvSpPr>
        <p:spPr/>
        <p:txBody>
          <a:bodyPr/>
          <a:lstStyle/>
          <a:p>
            <a:r>
              <a:rPr lang="uk-UA"/>
              <a:t>Клацніть, щоб редагувати стиль зразка заголовка</a:t>
            </a:r>
            <a:endParaRPr lang="en-GB"/>
          </a:p>
        </p:txBody>
      </p:sp>
      <p:sp>
        <p:nvSpPr>
          <p:cNvPr id="3" name="Місце для вертикального тексту 2">
            <a:extLst>
              <a:ext uri="{FF2B5EF4-FFF2-40B4-BE49-F238E27FC236}">
                <a16:creationId xmlns:a16="http://schemas.microsoft.com/office/drawing/2014/main" id="{3BB0783F-C19E-E8B0-14E4-52DFE7BEF731}"/>
              </a:ext>
            </a:extLst>
          </p:cNvPr>
          <p:cNvSpPr>
            <a:spLocks noGrp="1"/>
          </p:cNvSpPr>
          <p:nvPr>
            <p:ph type="body" orient="vert" idx="1"/>
          </p:nvPr>
        </p:nvSpPr>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GB"/>
          </a:p>
        </p:txBody>
      </p:sp>
      <p:sp>
        <p:nvSpPr>
          <p:cNvPr id="4" name="Місце для дати 3">
            <a:extLst>
              <a:ext uri="{FF2B5EF4-FFF2-40B4-BE49-F238E27FC236}">
                <a16:creationId xmlns:a16="http://schemas.microsoft.com/office/drawing/2014/main" id="{AE130807-A5C0-C800-F698-002E7963C6D6}"/>
              </a:ext>
            </a:extLst>
          </p:cNvPr>
          <p:cNvSpPr>
            <a:spLocks noGrp="1"/>
          </p:cNvSpPr>
          <p:nvPr>
            <p:ph type="dt" sz="half" idx="10"/>
          </p:nvPr>
        </p:nvSpPr>
        <p:spPr/>
        <p:txBody>
          <a:bodyPr/>
          <a:lstStyle/>
          <a:p>
            <a:fld id="{E61FF982-B4AA-4C90-9C64-51D136989337}" type="datetimeFigureOut">
              <a:rPr lang="en-GB" smtClean="0"/>
              <a:t>08/12/2025</a:t>
            </a:fld>
            <a:endParaRPr lang="en-GB"/>
          </a:p>
        </p:txBody>
      </p:sp>
      <p:sp>
        <p:nvSpPr>
          <p:cNvPr id="5" name="Місце для нижнього колонтитула 4">
            <a:extLst>
              <a:ext uri="{FF2B5EF4-FFF2-40B4-BE49-F238E27FC236}">
                <a16:creationId xmlns:a16="http://schemas.microsoft.com/office/drawing/2014/main" id="{B48A6211-8BBE-210F-4B92-DE28CB6510AE}"/>
              </a:ext>
            </a:extLst>
          </p:cNvPr>
          <p:cNvSpPr>
            <a:spLocks noGrp="1"/>
          </p:cNvSpPr>
          <p:nvPr>
            <p:ph type="ftr" sz="quarter" idx="11"/>
          </p:nvPr>
        </p:nvSpPr>
        <p:spPr/>
        <p:txBody>
          <a:bodyPr/>
          <a:lstStyle/>
          <a:p>
            <a:endParaRPr lang="en-GB"/>
          </a:p>
        </p:txBody>
      </p:sp>
      <p:sp>
        <p:nvSpPr>
          <p:cNvPr id="6" name="Місце для номера слайда 5">
            <a:extLst>
              <a:ext uri="{FF2B5EF4-FFF2-40B4-BE49-F238E27FC236}">
                <a16:creationId xmlns:a16="http://schemas.microsoft.com/office/drawing/2014/main" id="{8817B52D-F4CF-06BA-0C9F-CC3DE35F9268}"/>
              </a:ext>
            </a:extLst>
          </p:cNvPr>
          <p:cNvSpPr>
            <a:spLocks noGrp="1"/>
          </p:cNvSpPr>
          <p:nvPr>
            <p:ph type="sldNum" sz="quarter" idx="12"/>
          </p:nvPr>
        </p:nvSpPr>
        <p:spPr/>
        <p:txBody>
          <a:bodyPr/>
          <a:lstStyle/>
          <a:p>
            <a:fld id="{53C2202E-D838-4F6A-87EF-AFE491193FB6}" type="slidenum">
              <a:rPr lang="en-GB" smtClean="0"/>
              <a:t>‹№›</a:t>
            </a:fld>
            <a:endParaRPr lang="en-GB"/>
          </a:p>
        </p:txBody>
      </p:sp>
    </p:spTree>
    <p:extLst>
      <p:ext uri="{BB962C8B-B14F-4D97-AF65-F5344CB8AC3E}">
        <p14:creationId xmlns:p14="http://schemas.microsoft.com/office/powerpoint/2010/main" val="3120984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2" name="Вертикальний заголовок 1">
            <a:extLst>
              <a:ext uri="{FF2B5EF4-FFF2-40B4-BE49-F238E27FC236}">
                <a16:creationId xmlns:a16="http://schemas.microsoft.com/office/drawing/2014/main" id="{5C10C412-3D8A-0EC8-9818-ED9F4DB008C1}"/>
              </a:ext>
            </a:extLst>
          </p:cNvPr>
          <p:cNvSpPr>
            <a:spLocks noGrp="1"/>
          </p:cNvSpPr>
          <p:nvPr>
            <p:ph type="title" orient="vert"/>
          </p:nvPr>
        </p:nvSpPr>
        <p:spPr>
          <a:xfrm>
            <a:off x="8724900" y="365125"/>
            <a:ext cx="2628900" cy="5811838"/>
          </a:xfrm>
        </p:spPr>
        <p:txBody>
          <a:bodyPr vert="eaVert"/>
          <a:lstStyle/>
          <a:p>
            <a:r>
              <a:rPr lang="uk-UA"/>
              <a:t>Клацніть, щоб редагувати стиль зразка заголовка</a:t>
            </a:r>
            <a:endParaRPr lang="en-GB"/>
          </a:p>
        </p:txBody>
      </p:sp>
      <p:sp>
        <p:nvSpPr>
          <p:cNvPr id="3" name="Місце для вертикального тексту 2">
            <a:extLst>
              <a:ext uri="{FF2B5EF4-FFF2-40B4-BE49-F238E27FC236}">
                <a16:creationId xmlns:a16="http://schemas.microsoft.com/office/drawing/2014/main" id="{A9C1F9CD-418D-0789-FDEB-98B46C0072CB}"/>
              </a:ext>
            </a:extLst>
          </p:cNvPr>
          <p:cNvSpPr>
            <a:spLocks noGrp="1"/>
          </p:cNvSpPr>
          <p:nvPr>
            <p:ph type="body" orient="vert" idx="1"/>
          </p:nvPr>
        </p:nvSpPr>
        <p:spPr>
          <a:xfrm>
            <a:off x="838200" y="365125"/>
            <a:ext cx="7734300" cy="5811838"/>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GB"/>
          </a:p>
        </p:txBody>
      </p:sp>
      <p:sp>
        <p:nvSpPr>
          <p:cNvPr id="4" name="Місце для дати 3">
            <a:extLst>
              <a:ext uri="{FF2B5EF4-FFF2-40B4-BE49-F238E27FC236}">
                <a16:creationId xmlns:a16="http://schemas.microsoft.com/office/drawing/2014/main" id="{E02C939B-0E26-BC5F-D05B-5E70296F1757}"/>
              </a:ext>
            </a:extLst>
          </p:cNvPr>
          <p:cNvSpPr>
            <a:spLocks noGrp="1"/>
          </p:cNvSpPr>
          <p:nvPr>
            <p:ph type="dt" sz="half" idx="10"/>
          </p:nvPr>
        </p:nvSpPr>
        <p:spPr/>
        <p:txBody>
          <a:bodyPr/>
          <a:lstStyle/>
          <a:p>
            <a:fld id="{E61FF982-B4AA-4C90-9C64-51D136989337}" type="datetimeFigureOut">
              <a:rPr lang="en-GB" smtClean="0"/>
              <a:t>08/12/2025</a:t>
            </a:fld>
            <a:endParaRPr lang="en-GB"/>
          </a:p>
        </p:txBody>
      </p:sp>
      <p:sp>
        <p:nvSpPr>
          <p:cNvPr id="5" name="Місце для нижнього колонтитула 4">
            <a:extLst>
              <a:ext uri="{FF2B5EF4-FFF2-40B4-BE49-F238E27FC236}">
                <a16:creationId xmlns:a16="http://schemas.microsoft.com/office/drawing/2014/main" id="{A539A6C6-7B38-96EE-471B-1CF77F0B4F2B}"/>
              </a:ext>
            </a:extLst>
          </p:cNvPr>
          <p:cNvSpPr>
            <a:spLocks noGrp="1"/>
          </p:cNvSpPr>
          <p:nvPr>
            <p:ph type="ftr" sz="quarter" idx="11"/>
          </p:nvPr>
        </p:nvSpPr>
        <p:spPr/>
        <p:txBody>
          <a:bodyPr/>
          <a:lstStyle/>
          <a:p>
            <a:endParaRPr lang="en-GB"/>
          </a:p>
        </p:txBody>
      </p:sp>
      <p:sp>
        <p:nvSpPr>
          <p:cNvPr id="6" name="Місце для номера слайда 5">
            <a:extLst>
              <a:ext uri="{FF2B5EF4-FFF2-40B4-BE49-F238E27FC236}">
                <a16:creationId xmlns:a16="http://schemas.microsoft.com/office/drawing/2014/main" id="{25EC6FF6-E87A-8D87-28BA-E6E203DA3823}"/>
              </a:ext>
            </a:extLst>
          </p:cNvPr>
          <p:cNvSpPr>
            <a:spLocks noGrp="1"/>
          </p:cNvSpPr>
          <p:nvPr>
            <p:ph type="sldNum" sz="quarter" idx="12"/>
          </p:nvPr>
        </p:nvSpPr>
        <p:spPr/>
        <p:txBody>
          <a:bodyPr/>
          <a:lstStyle/>
          <a:p>
            <a:fld id="{53C2202E-D838-4F6A-87EF-AFE491193FB6}" type="slidenum">
              <a:rPr lang="en-GB" smtClean="0"/>
              <a:t>‹№›</a:t>
            </a:fld>
            <a:endParaRPr lang="en-GB"/>
          </a:p>
        </p:txBody>
      </p:sp>
    </p:spTree>
    <p:extLst>
      <p:ext uri="{BB962C8B-B14F-4D97-AF65-F5344CB8AC3E}">
        <p14:creationId xmlns:p14="http://schemas.microsoft.com/office/powerpoint/2010/main" val="402535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заголовка 1">
            <a:extLst>
              <a:ext uri="{FF2B5EF4-FFF2-40B4-BE49-F238E27FC236}">
                <a16:creationId xmlns:a16="http://schemas.microsoft.com/office/drawing/2014/main" id="{0C19567D-FA46-E6A2-7D37-CB91EF502C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uk-UA"/>
              <a:t>Клацніть, щоб редагувати стиль зразка заголовка</a:t>
            </a:r>
            <a:endParaRPr lang="en-GB"/>
          </a:p>
        </p:txBody>
      </p:sp>
      <p:sp>
        <p:nvSpPr>
          <p:cNvPr id="3" name="Місце для тексту 2">
            <a:extLst>
              <a:ext uri="{FF2B5EF4-FFF2-40B4-BE49-F238E27FC236}">
                <a16:creationId xmlns:a16="http://schemas.microsoft.com/office/drawing/2014/main" id="{FB3C8939-2027-428D-C6A1-1B027F6888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GB"/>
          </a:p>
        </p:txBody>
      </p:sp>
      <p:sp>
        <p:nvSpPr>
          <p:cNvPr id="4" name="Місце для дати 3">
            <a:extLst>
              <a:ext uri="{FF2B5EF4-FFF2-40B4-BE49-F238E27FC236}">
                <a16:creationId xmlns:a16="http://schemas.microsoft.com/office/drawing/2014/main" id="{986D2FD3-4C58-25EC-9FBB-4EA8DCF0F6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1FF982-B4AA-4C90-9C64-51D136989337}" type="datetimeFigureOut">
              <a:rPr lang="en-GB" smtClean="0"/>
              <a:t>08/12/2025</a:t>
            </a:fld>
            <a:endParaRPr lang="en-GB"/>
          </a:p>
        </p:txBody>
      </p:sp>
      <p:sp>
        <p:nvSpPr>
          <p:cNvPr id="5" name="Місце для нижнього колонтитула 4">
            <a:extLst>
              <a:ext uri="{FF2B5EF4-FFF2-40B4-BE49-F238E27FC236}">
                <a16:creationId xmlns:a16="http://schemas.microsoft.com/office/drawing/2014/main" id="{79622241-8517-5F0E-3C72-EE1CD7FE04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Місце для номера слайда 5">
            <a:extLst>
              <a:ext uri="{FF2B5EF4-FFF2-40B4-BE49-F238E27FC236}">
                <a16:creationId xmlns:a16="http://schemas.microsoft.com/office/drawing/2014/main" id="{F9DDEE0C-81D2-38B2-C684-50430E2B1F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3C2202E-D838-4F6A-87EF-AFE491193FB6}" type="slidenum">
              <a:rPr lang="en-GB" smtClean="0"/>
              <a:t>‹№›</a:t>
            </a:fld>
            <a:endParaRPr lang="en-GB"/>
          </a:p>
        </p:txBody>
      </p:sp>
    </p:spTree>
    <p:extLst>
      <p:ext uri="{BB962C8B-B14F-4D97-AF65-F5344CB8AC3E}">
        <p14:creationId xmlns:p14="http://schemas.microsoft.com/office/powerpoint/2010/main" val="9960097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9C8D46-54D8-4DF1-99A2-E651C7B132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0"/>
            <a:ext cx="12191999" cy="6858000"/>
          </a:xfrm>
          <a:prstGeom prst="rect">
            <a:avLst/>
          </a:prstGeom>
          <a:gradFill>
            <a:gsLst>
              <a:gs pos="0">
                <a:schemeClr val="accent1">
                  <a:lumMod val="50000"/>
                </a:schemeClr>
              </a:gs>
              <a:gs pos="100000">
                <a:srgbClr val="000000"/>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E12BF4D-F47A-41C1-85FC-652E412D3B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8591">
            <a:off x="7897613" y="684022"/>
            <a:ext cx="5330585" cy="5218721"/>
          </a:xfrm>
          <a:custGeom>
            <a:avLst/>
            <a:gdLst>
              <a:gd name="connsiteX0" fmla="*/ 4721855 w 5330585"/>
              <a:gd name="connsiteY0" fmla="*/ 4361426 h 5218721"/>
              <a:gd name="connsiteX1" fmla="*/ 3457542 w 5330585"/>
              <a:gd name="connsiteY1" fmla="*/ 5211667 h 5218721"/>
              <a:gd name="connsiteX2" fmla="*/ 3430109 w 5330585"/>
              <a:gd name="connsiteY2" fmla="*/ 5218721 h 5218721"/>
              <a:gd name="connsiteX3" fmla="*/ 0 w 5330585"/>
              <a:gd name="connsiteY3" fmla="*/ 2647363 h 5218721"/>
              <a:gd name="connsiteX4" fmla="*/ 12834 w 5330585"/>
              <a:gd name="connsiteY4" fmla="*/ 2393199 h 5218721"/>
              <a:gd name="connsiteX5" fmla="*/ 2664828 w 5330585"/>
              <a:gd name="connsiteY5" fmla="*/ 0 h 5218721"/>
              <a:gd name="connsiteX6" fmla="*/ 5330585 w 5330585"/>
              <a:gd name="connsiteY6" fmla="*/ 2665757 h 5218721"/>
              <a:gd name="connsiteX7" fmla="*/ 4721855 w 5330585"/>
              <a:gd name="connsiteY7" fmla="*/ 4361426 h 5218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0585" h="5218721">
                <a:moveTo>
                  <a:pt x="4721855" y="4361426"/>
                </a:moveTo>
                <a:cubicBezTo>
                  <a:pt x="4395896" y="4756397"/>
                  <a:pt x="3958379" y="5055891"/>
                  <a:pt x="3457542" y="5211667"/>
                </a:cubicBezTo>
                <a:lnTo>
                  <a:pt x="3430109" y="5218721"/>
                </a:lnTo>
                <a:lnTo>
                  <a:pt x="0" y="2647363"/>
                </a:lnTo>
                <a:lnTo>
                  <a:pt x="12834" y="2393199"/>
                </a:lnTo>
                <a:cubicBezTo>
                  <a:pt x="149347" y="1048975"/>
                  <a:pt x="1284587" y="0"/>
                  <a:pt x="2664828" y="0"/>
                </a:cubicBezTo>
                <a:cubicBezTo>
                  <a:pt x="4137085" y="0"/>
                  <a:pt x="5330585" y="1193500"/>
                  <a:pt x="5330585" y="2665757"/>
                </a:cubicBezTo>
                <a:cubicBezTo>
                  <a:pt x="5330585" y="3309870"/>
                  <a:pt x="5102142" y="3900626"/>
                  <a:pt x="4721855" y="4361426"/>
                </a:cubicBezTo>
                <a:close/>
              </a:path>
            </a:pathLst>
          </a:custGeom>
          <a:gradFill>
            <a:gsLst>
              <a:gs pos="16000">
                <a:srgbClr val="000000">
                  <a:alpha val="41000"/>
                </a:srgbClr>
              </a:gs>
              <a:gs pos="85000">
                <a:schemeClr val="accent1">
                  <a:alpha val="25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Rectangle 13">
            <a:extLst>
              <a:ext uri="{FF2B5EF4-FFF2-40B4-BE49-F238E27FC236}">
                <a16:creationId xmlns:a16="http://schemas.microsoft.com/office/drawing/2014/main" id="{AAF055B3-1F95-4ABA-BFE4-A58320A82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12165981" cy="4480890"/>
          </a:xfrm>
          <a:prstGeom prst="rect">
            <a:avLst/>
          </a:prstGeom>
          <a:gradFill>
            <a:gsLst>
              <a:gs pos="0">
                <a:schemeClr val="accent1">
                  <a:lumMod val="75000"/>
                  <a:alpha val="50000"/>
                </a:schemeClr>
              </a:gs>
              <a:gs pos="99000">
                <a:srgbClr val="000000">
                  <a:alpha val="34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5FBF53F-BBBA-4974-AD72-0E8CD294E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2622" y="-2"/>
            <a:ext cx="12179371" cy="6400796"/>
          </a:xfrm>
          <a:prstGeom prst="rect">
            <a:avLst/>
          </a:prstGeom>
          <a:gradFill>
            <a:gsLst>
              <a:gs pos="45000">
                <a:schemeClr val="accent1">
                  <a:lumMod val="75000"/>
                  <a:alpha val="0"/>
                </a:schemeClr>
              </a:gs>
              <a:gs pos="99000">
                <a:srgbClr val="000000">
                  <a:alpha val="68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1DDA3CE1-BA7B-240F-F516-1523ABCDF29A}"/>
              </a:ext>
            </a:extLst>
          </p:cNvPr>
          <p:cNvSpPr>
            <a:spLocks noGrp="1"/>
          </p:cNvSpPr>
          <p:nvPr>
            <p:ph type="ctrTitle"/>
          </p:nvPr>
        </p:nvSpPr>
        <p:spPr>
          <a:xfrm>
            <a:off x="4221803" y="1201002"/>
            <a:ext cx="7208197" cy="2779619"/>
          </a:xfrm>
        </p:spPr>
        <p:txBody>
          <a:bodyPr anchor="b">
            <a:normAutofit/>
          </a:bodyPr>
          <a:lstStyle/>
          <a:p>
            <a:pPr algn="l"/>
            <a:r>
              <a:rPr lang="en-GB" sz="4800" dirty="0">
                <a:solidFill>
                  <a:srgbClr val="FFFFFF"/>
                </a:solidFill>
              </a:rPr>
              <a:t>Security Pillar Recommendations </a:t>
            </a:r>
          </a:p>
        </p:txBody>
      </p:sp>
      <p:sp>
        <p:nvSpPr>
          <p:cNvPr id="3" name="Підзаголовок 2">
            <a:extLst>
              <a:ext uri="{FF2B5EF4-FFF2-40B4-BE49-F238E27FC236}">
                <a16:creationId xmlns:a16="http://schemas.microsoft.com/office/drawing/2014/main" id="{C0C09597-C7F4-70F1-62B1-4A25EE8104B3}"/>
              </a:ext>
            </a:extLst>
          </p:cNvPr>
          <p:cNvSpPr>
            <a:spLocks noGrp="1"/>
          </p:cNvSpPr>
          <p:nvPr>
            <p:ph type="subTitle" idx="1"/>
          </p:nvPr>
        </p:nvSpPr>
        <p:spPr>
          <a:xfrm>
            <a:off x="10270793" y="6475579"/>
            <a:ext cx="7208197" cy="1265112"/>
          </a:xfrm>
        </p:spPr>
        <p:txBody>
          <a:bodyPr>
            <a:normAutofit/>
          </a:bodyPr>
          <a:lstStyle/>
          <a:p>
            <a:pPr algn="l"/>
            <a:r>
              <a:rPr lang="en-GB" sz="1800" dirty="0">
                <a:solidFill>
                  <a:srgbClr val="FFFFFF"/>
                </a:solidFill>
              </a:rPr>
              <a:t>Viktoriia </a:t>
            </a:r>
            <a:r>
              <a:rPr lang="en-GB" sz="1800" dirty="0" err="1">
                <a:solidFill>
                  <a:srgbClr val="FFFFFF"/>
                </a:solidFill>
              </a:rPr>
              <a:t>Bielhrad</a:t>
            </a:r>
            <a:endParaRPr lang="en-GB" sz="1800" dirty="0">
              <a:solidFill>
                <a:srgbClr val="FFFFFF"/>
              </a:solidFill>
            </a:endParaRPr>
          </a:p>
        </p:txBody>
      </p:sp>
      <p:sp>
        <p:nvSpPr>
          <p:cNvPr id="18" name="Rectangle 17">
            <a:extLst>
              <a:ext uri="{FF2B5EF4-FFF2-40B4-BE49-F238E27FC236}">
                <a16:creationId xmlns:a16="http://schemas.microsoft.com/office/drawing/2014/main" id="{5A2875D7-3769-4291-959E-9FAD764A7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2461" y="0"/>
            <a:ext cx="3214360" cy="6858000"/>
          </a:xfrm>
          <a:prstGeom prst="rect">
            <a:avLst/>
          </a:prstGeom>
          <a:gradFill>
            <a:gsLst>
              <a:gs pos="0">
                <a:srgbClr val="000000">
                  <a:alpha val="41000"/>
                </a:srgbClr>
              </a:gs>
              <a:gs pos="86000">
                <a:schemeClr val="accent1">
                  <a:alpha val="3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57238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54BB2398-3336-7D70-7983-A5BA473A1475}"/>
              </a:ext>
            </a:extLst>
          </p:cNvPr>
          <p:cNvSpPr>
            <a:spLocks noGrp="1"/>
          </p:cNvSpPr>
          <p:nvPr>
            <p:ph type="title"/>
          </p:nvPr>
        </p:nvSpPr>
        <p:spPr>
          <a:xfrm>
            <a:off x="466722" y="586855"/>
            <a:ext cx="3201366" cy="3387497"/>
          </a:xfrm>
        </p:spPr>
        <p:txBody>
          <a:bodyPr anchor="b">
            <a:normAutofit/>
          </a:bodyPr>
          <a:lstStyle/>
          <a:p>
            <a:pPr algn="r"/>
            <a:r>
              <a:rPr lang="en-GB" sz="4000" dirty="0">
                <a:solidFill>
                  <a:srgbClr val="FFFFFF"/>
                </a:solidFill>
              </a:rPr>
              <a:t>Table of Contents</a:t>
            </a:r>
          </a:p>
        </p:txBody>
      </p:sp>
      <p:sp>
        <p:nvSpPr>
          <p:cNvPr id="3" name="Місце для вмісту 2">
            <a:extLst>
              <a:ext uri="{FF2B5EF4-FFF2-40B4-BE49-F238E27FC236}">
                <a16:creationId xmlns:a16="http://schemas.microsoft.com/office/drawing/2014/main" id="{C3D20846-7C25-13B8-0D96-8728745F860C}"/>
              </a:ext>
            </a:extLst>
          </p:cNvPr>
          <p:cNvSpPr>
            <a:spLocks noGrp="1"/>
          </p:cNvSpPr>
          <p:nvPr>
            <p:ph idx="1"/>
          </p:nvPr>
        </p:nvSpPr>
        <p:spPr>
          <a:xfrm>
            <a:off x="4810259" y="649480"/>
            <a:ext cx="6555347" cy="5546047"/>
          </a:xfrm>
        </p:spPr>
        <p:txBody>
          <a:bodyPr anchor="ctr">
            <a:normAutofit/>
          </a:bodyPr>
          <a:lstStyle/>
          <a:p>
            <a:r>
              <a:rPr lang="en-GB" sz="2000" dirty="0"/>
              <a:t>Introduction </a:t>
            </a:r>
          </a:p>
          <a:p>
            <a:r>
              <a:rPr lang="en-GB" sz="2000" dirty="0"/>
              <a:t>Key Security Considerations in my POC</a:t>
            </a:r>
          </a:p>
          <a:p>
            <a:r>
              <a:rPr lang="en-GB" sz="2000" dirty="0"/>
              <a:t>Three Design Principles to Improve Security</a:t>
            </a:r>
          </a:p>
          <a:p>
            <a:r>
              <a:rPr lang="en-GB" sz="2000" dirty="0"/>
              <a:t>Conclusion</a:t>
            </a:r>
          </a:p>
          <a:p>
            <a:r>
              <a:rPr lang="en-GB" sz="2000" dirty="0"/>
              <a:t>References</a:t>
            </a:r>
          </a:p>
        </p:txBody>
      </p:sp>
    </p:spTree>
    <p:extLst>
      <p:ext uri="{BB962C8B-B14F-4D97-AF65-F5344CB8AC3E}">
        <p14:creationId xmlns:p14="http://schemas.microsoft.com/office/powerpoint/2010/main" val="1635725174"/>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9ECEBFE9-67E7-68E9-6334-1C81D9566A3D}"/>
              </a:ext>
            </a:extLst>
          </p:cNvPr>
          <p:cNvSpPr>
            <a:spLocks noGrp="1"/>
          </p:cNvSpPr>
          <p:nvPr>
            <p:ph type="title"/>
          </p:nvPr>
        </p:nvSpPr>
        <p:spPr>
          <a:xfrm>
            <a:off x="466722" y="586855"/>
            <a:ext cx="3201366" cy="3387497"/>
          </a:xfrm>
        </p:spPr>
        <p:txBody>
          <a:bodyPr anchor="b">
            <a:normAutofit/>
          </a:bodyPr>
          <a:lstStyle/>
          <a:p>
            <a:pPr algn="r"/>
            <a:r>
              <a:rPr lang="en-GB" sz="4000">
                <a:solidFill>
                  <a:srgbClr val="FFFFFF"/>
                </a:solidFill>
              </a:rPr>
              <a:t>Introduction</a:t>
            </a:r>
          </a:p>
        </p:txBody>
      </p:sp>
      <p:sp>
        <p:nvSpPr>
          <p:cNvPr id="3" name="Місце для вмісту 2">
            <a:extLst>
              <a:ext uri="{FF2B5EF4-FFF2-40B4-BE49-F238E27FC236}">
                <a16:creationId xmlns:a16="http://schemas.microsoft.com/office/drawing/2014/main" id="{8456018F-248D-B6AD-C7D8-A2825DA413ED}"/>
              </a:ext>
            </a:extLst>
          </p:cNvPr>
          <p:cNvSpPr>
            <a:spLocks noGrp="1"/>
          </p:cNvSpPr>
          <p:nvPr>
            <p:ph idx="1"/>
          </p:nvPr>
        </p:nvSpPr>
        <p:spPr>
          <a:xfrm>
            <a:off x="4810259" y="649480"/>
            <a:ext cx="6555347" cy="5546047"/>
          </a:xfrm>
        </p:spPr>
        <p:txBody>
          <a:bodyPr anchor="ctr">
            <a:normAutofit/>
          </a:bodyPr>
          <a:lstStyle/>
          <a:p>
            <a:pPr marL="0" indent="0">
              <a:buNone/>
            </a:pPr>
            <a:r>
              <a:rPr lang="en-GB" sz="2000"/>
              <a:t>The security pillar shows how Bean &amp; Bytes can use the cloud to protect their data, systems, and assets and improve overall security.</a:t>
            </a:r>
          </a:p>
        </p:txBody>
      </p:sp>
    </p:spTree>
    <p:extLst>
      <p:ext uri="{BB962C8B-B14F-4D97-AF65-F5344CB8AC3E}">
        <p14:creationId xmlns:p14="http://schemas.microsoft.com/office/powerpoint/2010/main" val="2495476285"/>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18">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368F0F3E-3DEC-339E-47D4-1CB5DAD9A4DC}"/>
              </a:ext>
            </a:extLst>
          </p:cNvPr>
          <p:cNvSpPr>
            <a:spLocks noGrp="1"/>
          </p:cNvSpPr>
          <p:nvPr>
            <p:ph type="title"/>
          </p:nvPr>
        </p:nvSpPr>
        <p:spPr>
          <a:xfrm>
            <a:off x="1136397" y="502021"/>
            <a:ext cx="4959603" cy="1642969"/>
          </a:xfrm>
          <a:prstGeom prst="ellipse">
            <a:avLst/>
          </a:prstGeom>
        </p:spPr>
        <p:txBody>
          <a:bodyPr vert="horz" lIns="91440" tIns="45720" rIns="91440" bIns="45720" rtlCol="0" anchor="b">
            <a:normAutofit/>
          </a:bodyPr>
          <a:lstStyle/>
          <a:p>
            <a:r>
              <a:rPr lang="en-US" sz="2200" kern="1200">
                <a:latin typeface="+mj-lt"/>
                <a:ea typeface="+mj-ea"/>
                <a:cs typeface="+mj-cs"/>
              </a:rPr>
              <a:t>Key Security Considerations in my POC</a:t>
            </a:r>
            <a:br>
              <a:rPr lang="en-US" sz="2200" kern="1200">
                <a:latin typeface="+mj-lt"/>
                <a:ea typeface="+mj-ea"/>
                <a:cs typeface="+mj-cs"/>
              </a:rPr>
            </a:br>
            <a:endParaRPr lang="en-US" sz="2200" kern="1200">
              <a:latin typeface="+mj-lt"/>
              <a:ea typeface="+mj-ea"/>
              <a:cs typeface="+mj-cs"/>
            </a:endParaRPr>
          </a:p>
        </p:txBody>
      </p:sp>
      <p:sp>
        <p:nvSpPr>
          <p:cNvPr id="16" name="Content Placeholder 15">
            <a:extLst>
              <a:ext uri="{FF2B5EF4-FFF2-40B4-BE49-F238E27FC236}">
                <a16:creationId xmlns:a16="http://schemas.microsoft.com/office/drawing/2014/main" id="{CC09FA45-24B3-8904-279B-2466BF17F5DD}"/>
              </a:ext>
            </a:extLst>
          </p:cNvPr>
          <p:cNvSpPr>
            <a:spLocks noGrp="1"/>
          </p:cNvSpPr>
          <p:nvPr>
            <p:ph idx="1"/>
          </p:nvPr>
        </p:nvSpPr>
        <p:spPr>
          <a:xfrm>
            <a:off x="1726986" y="2584938"/>
            <a:ext cx="4959603" cy="3522569"/>
          </a:xfrm>
        </p:spPr>
        <p:txBody>
          <a:bodyPr anchor="t">
            <a:normAutofit/>
          </a:bodyPr>
          <a:lstStyle/>
          <a:p>
            <a:r>
              <a:rPr lang="en-GB" sz="2000" dirty="0"/>
              <a:t>Multi‑layered protection</a:t>
            </a:r>
          </a:p>
          <a:p>
            <a:pPr lvl="1"/>
            <a:r>
              <a:rPr lang="en-GB" sz="1600" dirty="0"/>
              <a:t>Network ACLs </a:t>
            </a:r>
          </a:p>
          <a:p>
            <a:pPr lvl="1"/>
            <a:r>
              <a:rPr lang="en-GB" sz="1600" dirty="0"/>
              <a:t>Security Groups </a:t>
            </a:r>
          </a:p>
          <a:p>
            <a:r>
              <a:rPr lang="en-GB" sz="2000" dirty="0"/>
              <a:t>IAM Policies</a:t>
            </a:r>
          </a:p>
          <a:p>
            <a:r>
              <a:rPr lang="en-GB" sz="2000" dirty="0"/>
              <a:t>Private and Public Subnets</a:t>
            </a:r>
            <a:endParaRPr lang="en-US" sz="2000" dirty="0"/>
          </a:p>
        </p:txBody>
      </p:sp>
      <p:pic>
        <p:nvPicPr>
          <p:cNvPr id="5" name="Місце для вмісту 4" descr="Зображення, що містить текст, схема, карта, План&#10;&#10;Вміст на основі ШІ може бути неправильним.">
            <a:extLst>
              <a:ext uri="{FF2B5EF4-FFF2-40B4-BE49-F238E27FC236}">
                <a16:creationId xmlns:a16="http://schemas.microsoft.com/office/drawing/2014/main" id="{57B032F6-1934-4486-B190-8C46065009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2442" y="914168"/>
            <a:ext cx="5201023" cy="4615907"/>
          </a:xfrm>
          <a:prstGeom prst="rect">
            <a:avLst/>
          </a:prstGeom>
        </p:spPr>
      </p:pic>
      <p:sp>
        <p:nvSpPr>
          <p:cNvPr id="21" name="Rectangle 20">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Пряма зі стрілкою 24">
            <a:extLst>
              <a:ext uri="{FF2B5EF4-FFF2-40B4-BE49-F238E27FC236}">
                <a16:creationId xmlns:a16="http://schemas.microsoft.com/office/drawing/2014/main" id="{F129A452-C80E-CB5C-C6A2-79F8408B3680}"/>
              </a:ext>
            </a:extLst>
          </p:cNvPr>
          <p:cNvCxnSpPr/>
          <p:nvPr/>
        </p:nvCxnSpPr>
        <p:spPr>
          <a:xfrm>
            <a:off x="7010400" y="1998785"/>
            <a:ext cx="205154" cy="586153"/>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26" name="Пряма зі стрілкою 25">
            <a:extLst>
              <a:ext uri="{FF2B5EF4-FFF2-40B4-BE49-F238E27FC236}">
                <a16:creationId xmlns:a16="http://schemas.microsoft.com/office/drawing/2014/main" id="{7F263CDF-C13B-C7C1-2A9B-48EAAE006558}"/>
              </a:ext>
            </a:extLst>
          </p:cNvPr>
          <p:cNvCxnSpPr>
            <a:cxnSpLocks/>
          </p:cNvCxnSpPr>
          <p:nvPr/>
        </p:nvCxnSpPr>
        <p:spPr>
          <a:xfrm>
            <a:off x="8452338" y="2840438"/>
            <a:ext cx="474785"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28" name="Пряма зі стрілкою 27">
            <a:extLst>
              <a:ext uri="{FF2B5EF4-FFF2-40B4-BE49-F238E27FC236}">
                <a16:creationId xmlns:a16="http://schemas.microsoft.com/office/drawing/2014/main" id="{8FD9B93E-7674-E69D-85BD-CB3B91F99A0B}"/>
              </a:ext>
            </a:extLst>
          </p:cNvPr>
          <p:cNvCxnSpPr>
            <a:cxnSpLocks/>
          </p:cNvCxnSpPr>
          <p:nvPr/>
        </p:nvCxnSpPr>
        <p:spPr>
          <a:xfrm>
            <a:off x="9525000" y="1927244"/>
            <a:ext cx="0" cy="538056"/>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30" name="Пряма зі стрілкою 29">
            <a:extLst>
              <a:ext uri="{FF2B5EF4-FFF2-40B4-BE49-F238E27FC236}">
                <a16:creationId xmlns:a16="http://schemas.microsoft.com/office/drawing/2014/main" id="{A9FDA715-3B8D-CE09-B222-A147E11A0B99}"/>
              </a:ext>
            </a:extLst>
          </p:cNvPr>
          <p:cNvCxnSpPr>
            <a:cxnSpLocks/>
          </p:cNvCxnSpPr>
          <p:nvPr/>
        </p:nvCxnSpPr>
        <p:spPr>
          <a:xfrm flipH="1" flipV="1">
            <a:off x="10937630" y="2372520"/>
            <a:ext cx="597877" cy="55192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32" name="Пряма зі стрілкою 31">
            <a:extLst>
              <a:ext uri="{FF2B5EF4-FFF2-40B4-BE49-F238E27FC236}">
                <a16:creationId xmlns:a16="http://schemas.microsoft.com/office/drawing/2014/main" id="{ADA0C48C-E86F-25CB-182D-1C09D2DCE84B}"/>
              </a:ext>
            </a:extLst>
          </p:cNvPr>
          <p:cNvCxnSpPr>
            <a:cxnSpLocks/>
          </p:cNvCxnSpPr>
          <p:nvPr/>
        </p:nvCxnSpPr>
        <p:spPr>
          <a:xfrm flipH="1">
            <a:off x="10937630" y="2924440"/>
            <a:ext cx="597877" cy="35216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7071174"/>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68D5AA42-412F-21B6-9385-CD242894B99C}"/>
              </a:ext>
            </a:extLst>
          </p:cNvPr>
          <p:cNvSpPr>
            <a:spLocks noGrp="1"/>
          </p:cNvSpPr>
          <p:nvPr>
            <p:ph type="title"/>
          </p:nvPr>
        </p:nvSpPr>
        <p:spPr>
          <a:xfrm>
            <a:off x="1371599" y="294538"/>
            <a:ext cx="9895951" cy="1033669"/>
          </a:xfrm>
        </p:spPr>
        <p:txBody>
          <a:bodyPr>
            <a:normAutofit/>
          </a:bodyPr>
          <a:lstStyle/>
          <a:p>
            <a:r>
              <a:rPr lang="en-GB" sz="4000" dirty="0">
                <a:solidFill>
                  <a:schemeClr val="bg1"/>
                </a:solidFill>
              </a:rPr>
              <a:t>Three Design Principles to Improve Security</a:t>
            </a:r>
          </a:p>
        </p:txBody>
      </p:sp>
      <p:sp>
        <p:nvSpPr>
          <p:cNvPr id="3" name="Місце для вмісту 2">
            <a:extLst>
              <a:ext uri="{FF2B5EF4-FFF2-40B4-BE49-F238E27FC236}">
                <a16:creationId xmlns:a16="http://schemas.microsoft.com/office/drawing/2014/main" id="{C0C5DFAA-9325-EC17-DED0-53ACB599FDCB}"/>
              </a:ext>
            </a:extLst>
          </p:cNvPr>
          <p:cNvSpPr>
            <a:spLocks noGrp="1"/>
          </p:cNvSpPr>
          <p:nvPr>
            <p:ph idx="1"/>
          </p:nvPr>
        </p:nvSpPr>
        <p:spPr>
          <a:xfrm>
            <a:off x="1371599" y="2318197"/>
            <a:ext cx="9724031" cy="3683358"/>
          </a:xfrm>
        </p:spPr>
        <p:txBody>
          <a:bodyPr anchor="ctr">
            <a:normAutofit/>
          </a:bodyPr>
          <a:lstStyle/>
          <a:p>
            <a:r>
              <a:rPr lang="en-GB" sz="2000" dirty="0"/>
              <a:t>Implement a strong identity foundation</a:t>
            </a:r>
          </a:p>
          <a:p>
            <a:pPr lvl="1"/>
            <a:r>
              <a:rPr lang="en-GB" sz="1600" dirty="0"/>
              <a:t>IAM roles</a:t>
            </a:r>
          </a:p>
          <a:p>
            <a:pPr lvl="1"/>
            <a:r>
              <a:rPr lang="en-GB" sz="1600" dirty="0"/>
              <a:t>MFA</a:t>
            </a:r>
          </a:p>
          <a:p>
            <a:pPr lvl="1"/>
            <a:r>
              <a:rPr lang="en-GB" sz="1600" dirty="0"/>
              <a:t>Least privilege access</a:t>
            </a:r>
          </a:p>
          <a:p>
            <a:r>
              <a:rPr lang="en-GB" sz="2000" dirty="0"/>
              <a:t>Maintain traceability</a:t>
            </a:r>
          </a:p>
          <a:p>
            <a:pPr lvl="1"/>
            <a:r>
              <a:rPr lang="en-GB" sz="1600" dirty="0"/>
              <a:t>AWS CloudTrail</a:t>
            </a:r>
          </a:p>
          <a:p>
            <a:pPr lvl="1"/>
            <a:r>
              <a:rPr lang="en-GB" sz="1600" dirty="0"/>
              <a:t>CloudWatch</a:t>
            </a:r>
          </a:p>
          <a:p>
            <a:r>
              <a:rPr lang="en-GB" sz="2000" dirty="0"/>
              <a:t>Prepare for security events </a:t>
            </a:r>
          </a:p>
          <a:p>
            <a:pPr lvl="1"/>
            <a:r>
              <a:rPr lang="en-GB" sz="1600" dirty="0"/>
              <a:t>Incident management and investigation policy </a:t>
            </a:r>
          </a:p>
          <a:p>
            <a:pPr lvl="1"/>
            <a:r>
              <a:rPr lang="en-GB" sz="1600" dirty="0"/>
              <a:t>Run incident response simulations </a:t>
            </a:r>
          </a:p>
        </p:txBody>
      </p:sp>
    </p:spTree>
    <p:extLst>
      <p:ext uri="{BB962C8B-B14F-4D97-AF65-F5344CB8AC3E}">
        <p14:creationId xmlns:p14="http://schemas.microsoft.com/office/powerpoint/2010/main" val="2348171371"/>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2CDC370B-7CFB-A19D-2B4F-72500B1D8627}"/>
              </a:ext>
            </a:extLst>
          </p:cNvPr>
          <p:cNvSpPr>
            <a:spLocks noGrp="1"/>
          </p:cNvSpPr>
          <p:nvPr>
            <p:ph type="title"/>
          </p:nvPr>
        </p:nvSpPr>
        <p:spPr>
          <a:xfrm>
            <a:off x="466722" y="586855"/>
            <a:ext cx="3201366" cy="3387497"/>
          </a:xfrm>
        </p:spPr>
        <p:txBody>
          <a:bodyPr anchor="b">
            <a:normAutofit/>
          </a:bodyPr>
          <a:lstStyle/>
          <a:p>
            <a:pPr algn="r"/>
            <a:r>
              <a:rPr lang="en-GB" sz="4000" dirty="0">
                <a:solidFill>
                  <a:schemeClr val="bg1"/>
                </a:solidFill>
              </a:rPr>
              <a:t>Conclusion</a:t>
            </a:r>
            <a:r>
              <a:rPr lang="en-GB" sz="4000" dirty="0"/>
              <a:t> </a:t>
            </a:r>
            <a:endParaRPr lang="en-GB" sz="4000" dirty="0">
              <a:solidFill>
                <a:srgbClr val="FFFFFF"/>
              </a:solidFill>
            </a:endParaRPr>
          </a:p>
        </p:txBody>
      </p:sp>
      <p:sp>
        <p:nvSpPr>
          <p:cNvPr id="3" name="Місце для вмісту 2">
            <a:extLst>
              <a:ext uri="{FF2B5EF4-FFF2-40B4-BE49-F238E27FC236}">
                <a16:creationId xmlns:a16="http://schemas.microsoft.com/office/drawing/2014/main" id="{E3D74EF7-D685-8130-EF99-1404F1EE3ABD}"/>
              </a:ext>
            </a:extLst>
          </p:cNvPr>
          <p:cNvSpPr>
            <a:spLocks noGrp="1"/>
          </p:cNvSpPr>
          <p:nvPr>
            <p:ph idx="1"/>
          </p:nvPr>
        </p:nvSpPr>
        <p:spPr>
          <a:xfrm>
            <a:off x="4810259" y="649480"/>
            <a:ext cx="6555347" cy="5546047"/>
          </a:xfrm>
        </p:spPr>
        <p:txBody>
          <a:bodyPr anchor="ctr">
            <a:normAutofit/>
          </a:bodyPr>
          <a:lstStyle/>
          <a:p>
            <a:r>
              <a:rPr lang="en-GB" sz="2000" dirty="0"/>
              <a:t>Bean &amp; Bytes’ cloud solution already uses strong security measures like multi-layered protection, IAM policies, and private subnets. By improving identity controls, adding better monitoring, and preparing for security events, the company can keep its systems secure, resilient, and compliant as it grows.</a:t>
            </a:r>
          </a:p>
        </p:txBody>
      </p:sp>
    </p:spTree>
    <p:extLst>
      <p:ext uri="{BB962C8B-B14F-4D97-AF65-F5344CB8AC3E}">
        <p14:creationId xmlns:p14="http://schemas.microsoft.com/office/powerpoint/2010/main" val="56454724"/>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Rectangle 2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69F37F91-55BE-9A11-BE42-B6767EE7581B}"/>
              </a:ext>
            </a:extLst>
          </p:cNvPr>
          <p:cNvSpPr>
            <a:spLocks noGrp="1"/>
          </p:cNvSpPr>
          <p:nvPr>
            <p:ph type="title"/>
          </p:nvPr>
        </p:nvSpPr>
        <p:spPr>
          <a:xfrm>
            <a:off x="466722" y="586855"/>
            <a:ext cx="3201366" cy="3387497"/>
          </a:xfrm>
        </p:spPr>
        <p:txBody>
          <a:bodyPr anchor="b">
            <a:normAutofit/>
          </a:bodyPr>
          <a:lstStyle/>
          <a:p>
            <a:pPr algn="r"/>
            <a:r>
              <a:rPr lang="en-GB" sz="4000" dirty="0">
                <a:solidFill>
                  <a:srgbClr val="FFFFFF"/>
                </a:solidFill>
              </a:rPr>
              <a:t>References</a:t>
            </a:r>
          </a:p>
        </p:txBody>
      </p:sp>
      <p:sp>
        <p:nvSpPr>
          <p:cNvPr id="3" name="Місце для вмісту 2">
            <a:extLst>
              <a:ext uri="{FF2B5EF4-FFF2-40B4-BE49-F238E27FC236}">
                <a16:creationId xmlns:a16="http://schemas.microsoft.com/office/drawing/2014/main" id="{5B454DA9-A5C8-3983-B1E1-FD58964EDD06}"/>
              </a:ext>
            </a:extLst>
          </p:cNvPr>
          <p:cNvSpPr>
            <a:spLocks noGrp="1"/>
          </p:cNvSpPr>
          <p:nvPr>
            <p:ph idx="1"/>
          </p:nvPr>
        </p:nvSpPr>
        <p:spPr>
          <a:xfrm>
            <a:off x="4810259" y="649480"/>
            <a:ext cx="6555347" cy="5546047"/>
          </a:xfrm>
        </p:spPr>
        <p:txBody>
          <a:bodyPr anchor="ctr">
            <a:normAutofit/>
          </a:bodyPr>
          <a:lstStyle/>
          <a:p>
            <a:r>
              <a:rPr lang="en-GB" sz="2000" i="1" dirty="0"/>
              <a:t>Security Pillar - AWS Well-Architected Framework - Security Pillar</a:t>
            </a:r>
            <a:r>
              <a:rPr lang="en-GB" sz="2000" dirty="0"/>
              <a:t>. (n.d.). https://docs.aws.amazon.com/wellarchitected/latest/security-pillar/welcome.html</a:t>
            </a:r>
          </a:p>
          <a:p>
            <a:endParaRPr lang="en-GB" sz="2000" dirty="0"/>
          </a:p>
        </p:txBody>
      </p:sp>
    </p:spTree>
    <p:extLst>
      <p:ext uri="{BB962C8B-B14F-4D97-AF65-F5344CB8AC3E}">
        <p14:creationId xmlns:p14="http://schemas.microsoft.com/office/powerpoint/2010/main" val="3724451359"/>
      </p:ext>
    </p:extLst>
  </p:cSld>
  <p:clrMapOvr>
    <a:masterClrMapping/>
  </p:clrMapOvr>
  <p:transition spd="slow">
    <p:push dir="u"/>
  </p:transition>
</p:sld>
</file>

<file path=ppt/theme/theme1.xml><?xml version="1.0" encoding="utf-8"?>
<a:theme xmlns:a="http://schemas.openxmlformats.org/drawingml/2006/main" name="Тема Office">
  <a:themeElements>
    <a:clrScheme name="Офіс">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Офіс">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TotalTime>
  <Words>195</Words>
  <Application>Microsoft Office PowerPoint</Application>
  <PresentationFormat>Широкий екран</PresentationFormat>
  <Paragraphs>31</Paragraphs>
  <Slides>7</Slides>
  <Notes>0</Notes>
  <HiddenSlides>0</HiddenSlides>
  <MMClips>0</MMClips>
  <ScaleCrop>false</ScaleCrop>
  <HeadingPairs>
    <vt:vector size="6" baseType="variant">
      <vt:variant>
        <vt:lpstr>Використані шрифти</vt:lpstr>
      </vt:variant>
      <vt:variant>
        <vt:i4>3</vt:i4>
      </vt:variant>
      <vt:variant>
        <vt:lpstr>Тема</vt:lpstr>
      </vt:variant>
      <vt:variant>
        <vt:i4>1</vt:i4>
      </vt:variant>
      <vt:variant>
        <vt:lpstr>Заголовки слайдів</vt:lpstr>
      </vt:variant>
      <vt:variant>
        <vt:i4>7</vt:i4>
      </vt:variant>
    </vt:vector>
  </HeadingPairs>
  <TitlesOfParts>
    <vt:vector size="11" baseType="lpstr">
      <vt:lpstr>Aptos</vt:lpstr>
      <vt:lpstr>Aptos Display</vt:lpstr>
      <vt:lpstr>Arial</vt:lpstr>
      <vt:lpstr>Тема Office</vt:lpstr>
      <vt:lpstr>Security Pillar Recommendations </vt:lpstr>
      <vt:lpstr>Table of Contents</vt:lpstr>
      <vt:lpstr>Introduction</vt:lpstr>
      <vt:lpstr>Key Security Considerations in my POC </vt:lpstr>
      <vt:lpstr>Three Design Principles to Improve Security</vt:lpstr>
      <vt:lpstr>Conclusion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Vikusya</dc:creator>
  <cp:lastModifiedBy>.-. Vikusya</cp:lastModifiedBy>
  <cp:revision>2</cp:revision>
  <dcterms:created xsi:type="dcterms:W3CDTF">2025-12-08T06:16:52Z</dcterms:created>
  <dcterms:modified xsi:type="dcterms:W3CDTF">2025-12-08T10:57:13Z</dcterms:modified>
</cp:coreProperties>
</file>